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8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9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9" r:id="rId3"/>
    <p:sldMasterId id="2147483691" r:id="rId4"/>
    <p:sldMasterId id="2147483696" r:id="rId5"/>
    <p:sldMasterId id="2147483712" r:id="rId6"/>
    <p:sldMasterId id="2147483719" r:id="rId7"/>
    <p:sldMasterId id="2147483731" r:id="rId8"/>
    <p:sldMasterId id="2147483743" r:id="rId9"/>
    <p:sldMasterId id="2147483748" r:id="rId10"/>
  </p:sldMasterIdLst>
  <p:notesMasterIdLst>
    <p:notesMasterId r:id="rId12"/>
  </p:notesMasterIdLst>
  <p:sldIdLst>
    <p:sldId id="257" r:id="rId1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56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28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00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72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柏淳 陳" initials="柏淳" lastIdx="2" clrIdx="0">
    <p:extLst>
      <p:ext uri="{19B8F6BF-5375-455C-9EA6-DF929625EA0E}">
        <p15:presenceInfo xmlns:p15="http://schemas.microsoft.com/office/powerpoint/2012/main" userId="804dff1440134b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2" autoAdjust="0"/>
    <p:restoredTop sz="91698" autoAdjust="0"/>
  </p:normalViewPr>
  <p:slideViewPr>
    <p:cSldViewPr snapToGrid="0">
      <p:cViewPr varScale="1">
        <p:scale>
          <a:sx n="108" d="100"/>
          <a:sy n="108" d="100"/>
        </p:scale>
        <p:origin x="1854" y="102"/>
      </p:cViewPr>
      <p:guideLst/>
    </p:cSldViewPr>
  </p:slideViewPr>
  <p:outlineViewPr>
    <p:cViewPr>
      <p:scale>
        <a:sx n="33" d="100"/>
        <a:sy n="33" d="100"/>
      </p:scale>
      <p:origin x="0" y="-429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2C5B8-74EB-4B79-8315-634679926CAA}" type="datetimeFigureOut">
              <a:rPr lang="zh-TW" altLang="en-US" smtClean="0"/>
              <a:t>2026/2/8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13898-733E-496D-80DD-6439A11BFB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922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13898-733E-496D-80DD-6439A11BFBD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97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594240"/>
            <a:ext cx="2838450" cy="1989919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173249" y="478789"/>
            <a:ext cx="237055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39" y="-69447"/>
            <a:ext cx="1642017" cy="1326749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6CA73AF6-D7C5-4244-A766-4459CEDEDE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3559" y="335282"/>
            <a:ext cx="1759641" cy="684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</a:t>
            </a:r>
            <a:endParaRPr kumimoji="0" lang="en-US" altLang="zh-TW" sz="2000" i="1" dirty="0">
              <a:solidFill>
                <a:srgbClr val="061244"/>
              </a:solidFill>
              <a:latin typeface="Arial Black" pitchFamily="34" charset="0"/>
            </a:endParaRPr>
          </a:p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3BA049-72F1-42E1-9FCF-145282D6D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413873" y="128295"/>
            <a:ext cx="892829" cy="1095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1986B8-BBC7-4C83-BCEC-79640F50F0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85470" y="-34400"/>
            <a:ext cx="1457070" cy="1280271"/>
          </a:xfrm>
          <a:prstGeom prst="rect">
            <a:avLst/>
          </a:prstGeom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EB6D88EB-0892-4799-9427-51B8B120B4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911631" y="1224255"/>
            <a:ext cx="1759641" cy="377006"/>
          </a:xfrm>
          <a:prstGeom prst="rect">
            <a:avLst/>
          </a:prstGeom>
          <a:noFill/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1235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24138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67682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21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788" indent="0">
              <a:buNone/>
              <a:defRPr sz="1350"/>
            </a:lvl2pPr>
            <a:lvl3pPr marL="685576" indent="0">
              <a:buNone/>
              <a:defRPr sz="1200"/>
            </a:lvl3pPr>
            <a:lvl4pPr marL="1028363" indent="0">
              <a:buNone/>
              <a:defRPr sz="1050"/>
            </a:lvl4pPr>
            <a:lvl5pPr marL="1371152" indent="0">
              <a:buNone/>
              <a:defRPr sz="1050"/>
            </a:lvl5pPr>
            <a:lvl6pPr marL="1713938" indent="0">
              <a:buNone/>
              <a:defRPr sz="1050"/>
            </a:lvl6pPr>
            <a:lvl7pPr marL="2056727" indent="0">
              <a:buNone/>
              <a:defRPr sz="1050"/>
            </a:lvl7pPr>
            <a:lvl8pPr marL="2399515" indent="0">
              <a:buNone/>
              <a:defRPr sz="1050"/>
            </a:lvl8pPr>
            <a:lvl9pPr marL="2742302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2571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91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85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907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564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5421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609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70439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0008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7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409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1695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12887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68535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103447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48368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2801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5039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6802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94123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668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88065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4117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2015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561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1" y="2362202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052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4737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91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7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6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6" y="3700465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25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1" y="6172200"/>
            <a:ext cx="215539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18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8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8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8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7832109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35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449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58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2780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782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305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628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627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9955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4661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740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461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20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6201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768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75A0546-1417-411B-9C03-BD75F531D4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0E62ED-D3F5-4980-85A8-BA4AE438BD1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ECA6736-D0B3-4030-B950-D219EF3FFD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417C0E2-C180-4B8A-88E9-2734FDEBE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9C38ECC-5412-456D-BAA3-D94B7D3912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19887032-5FD4-2FA3-CD84-DBA1D39701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22361" y="410357"/>
            <a:ext cx="708660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5F6B3963-BF49-A1E5-AE65-2E8696D480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4" t="19398" r="18764" b="19265"/>
          <a:stretch/>
        </p:blipFill>
        <p:spPr>
          <a:xfrm>
            <a:off x="176306" y="28990"/>
            <a:ext cx="1419836" cy="140415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7BD56FF8-18A0-C796-736E-815FAAC7E5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8311" y="6245567"/>
            <a:ext cx="2715001" cy="377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 </a:t>
            </a: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B5B1D37-9DAB-997F-D375-71C2499121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06" y="5825608"/>
            <a:ext cx="897119" cy="88964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BF76E9E-F8CF-5A6A-E937-59D44E8BED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05000" y="722312"/>
            <a:ext cx="6477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363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998575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4033915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19787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371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pp. </a:t>
            </a:r>
            <a:fld id="{7E1F9083-2D5E-4DCD-A8C7-6162BE6D0F14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849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6082940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934615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435496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423885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20008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786075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132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900989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7513894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01544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4561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8933812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674671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373292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268807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27731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277194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9720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36325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2491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9085588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4207169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017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1527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70255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81108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95313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6692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5220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84874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44702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57750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28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4722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78458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83752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128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48326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849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4788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47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ti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34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8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image" Target="../media/image8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9.tif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7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81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89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975FF0-1035-4120-B289-0E067ECF203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5999" y="-33252"/>
            <a:ext cx="1182727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3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342788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685576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028363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371152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255985" indent="-255985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469106" indent="-21312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675085" indent="-17026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870347" indent="-17026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2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075135" indent="-17026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1885332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6pPr>
      <a:lvl7pPr marL="2228121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7pPr>
      <a:lvl8pPr marL="2570909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8pPr>
      <a:lvl9pPr marL="2913697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8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576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63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5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3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27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15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0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98242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328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2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981077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4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1500">
          <a:solidFill>
            <a:srgbClr val="000099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1800">
          <a:solidFill>
            <a:srgbClr val="003300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1500">
          <a:solidFill>
            <a:srgbClr val="990000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2"/>
            <a:ext cx="73914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228602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05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05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6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5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43712A9-8D67-40EC-9822-C1E663BD693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7F129D0-2B03-4FBC-88F4-A3E47F161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429AE71-4DCF-4680-808B-D798ED89B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D648DC8-8E6C-475C-8A98-C76C95A32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6964A19-B399-4ADF-9B64-74B59BC9B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4260881-E681-44F7-A292-5F273A3306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B09D7CA-AE5F-AB69-DF08-44530E55AC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693" y="89980"/>
            <a:ext cx="836859" cy="82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8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0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81220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36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0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E864B04-BDC8-4713-9868-2EE0F748E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46" y="1204953"/>
            <a:ext cx="8177308" cy="3793650"/>
          </a:xfrm>
          <a:prstGeom prst="rect">
            <a:avLst/>
          </a:prstGeom>
        </p:spPr>
      </p:pic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7CE3A19-DCAA-4523-B744-61B5819C6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816693"/>
              </p:ext>
            </p:extLst>
          </p:nvPr>
        </p:nvGraphicFramePr>
        <p:xfrm>
          <a:off x="331927" y="5525116"/>
          <a:ext cx="8480145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9511">
                  <a:extLst>
                    <a:ext uri="{9D8B030D-6E8A-4147-A177-3AD203B41FA5}">
                      <a16:colId xmlns:a16="http://schemas.microsoft.com/office/drawing/2014/main" val="2128752590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952134482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712914325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386396280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1094876459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2361468575"/>
                    </a:ext>
                  </a:extLst>
                </a:gridCol>
                <a:gridCol w="1153439">
                  <a:extLst>
                    <a:ext uri="{9D8B030D-6E8A-4147-A177-3AD203B41FA5}">
                      <a16:colId xmlns:a16="http://schemas.microsoft.com/office/drawing/2014/main" val="1658401708"/>
                    </a:ext>
                  </a:extLst>
                </a:gridCol>
              </a:tblGrid>
              <a:tr h="122685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Function Block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Sync In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EB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RC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Arbiter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XB 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Sync Out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21574"/>
                  </a:ext>
                </a:extLst>
              </a:tr>
              <a:tr h="122685"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Delay (ns)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0.45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0.44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0.30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0.23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0.23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0.45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60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038186"/>
      </p:ext>
    </p:extLst>
  </p:cSld>
  <p:clrMapOvr>
    <a:masterClrMapping/>
  </p:clrMapOvr>
</p:sld>
</file>

<file path=ppt/theme/theme1.xml><?xml version="1.0" encoding="utf-8"?>
<a:theme xmlns:a="http://schemas.openxmlformats.org/drawingml/2006/main" name="ceres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ss" id="{3E8277A9-E828-429E-85EC-54CBAFB3E86A}" vid="{5C84C648-E0EA-4BCA-BAFB-5242954E76ED}"/>
    </a:ext>
  </a:extLst>
</a:theme>
</file>

<file path=ppt/theme/theme2.xml><?xml version="1.0" encoding="utf-8"?>
<a:theme xmlns:a="http://schemas.openxmlformats.org/drawingml/2006/main" name="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4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5.xml><?xml version="1.0" encoding="utf-8"?>
<a:theme xmlns:a="http://schemas.openxmlformats.org/drawingml/2006/main" name="1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6.xml><?xml version="1.0" encoding="utf-8"?>
<a:theme xmlns:a="http://schemas.openxmlformats.org/drawingml/2006/main" name="ce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" id="{ED77366A-4126-4053-8FC3-907FF6DA654F}" vid="{28BE75BD-3A5F-48CE-B690-B3FDCB7FADF9}"/>
    </a:ext>
  </a:extLst>
</a:theme>
</file>

<file path=ppt/theme/theme7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8.xml><?xml version="1.0" encoding="utf-8"?>
<a:theme xmlns:a="http://schemas.openxmlformats.org/drawingml/2006/main" name="3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9.xml><?xml version="1.0" encoding="utf-8"?>
<a:theme xmlns:a="http://schemas.openxmlformats.org/drawingml/2006/main" name="2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10.xml><?xml version="1.0" encoding="utf-8"?>
<a:theme xmlns:a="http://schemas.openxmlformats.org/drawingml/2006/main" name="2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1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ceress</Template>
  <TotalTime>18167</TotalTime>
  <Words>21</Words>
  <Application>Microsoft Office PowerPoint</Application>
  <PresentationFormat>如螢幕大小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10</vt:i4>
      </vt:variant>
      <vt:variant>
        <vt:lpstr>投影片標題</vt:lpstr>
      </vt:variant>
      <vt:variant>
        <vt:i4>1</vt:i4>
      </vt:variant>
    </vt:vector>
  </HeadingPairs>
  <TitlesOfParts>
    <vt:vector size="20" baseType="lpstr">
      <vt:lpstr>微軟正黑體</vt:lpstr>
      <vt:lpstr>標楷體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ceress</vt:lpstr>
      <vt:lpstr>Access Lab</vt:lpstr>
      <vt:lpstr>1_Access Lab</vt:lpstr>
      <vt:lpstr>1_Blends</vt:lpstr>
      <vt:lpstr>1_Access</vt:lpstr>
      <vt:lpstr>cere</vt:lpstr>
      <vt:lpstr>2_Access Lab</vt:lpstr>
      <vt:lpstr>3_Access Lab</vt:lpstr>
      <vt:lpstr>2_Blends</vt:lpstr>
      <vt:lpstr>2_Access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Approximated Prediction Strategy - LazyConvPool (LCP)</dc:title>
  <dc:creator>簡伯丞</dc:creator>
  <cp:lastModifiedBy>柏淳 陳</cp:lastModifiedBy>
  <cp:revision>4882</cp:revision>
  <dcterms:created xsi:type="dcterms:W3CDTF">2016-12-28T07:00:03Z</dcterms:created>
  <dcterms:modified xsi:type="dcterms:W3CDTF">2026-02-07T18:34:25Z</dcterms:modified>
</cp:coreProperties>
</file>